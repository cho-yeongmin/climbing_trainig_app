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F6B51-6A93-47A4-84CE-CEA0498F4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BEF4F6-FE99-4A72-A9ED-12ABAE36E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C323AC-09C5-4BB4-BA4B-EE613F4A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04999-D06C-474F-BC4E-99C95B7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D6AD79-EA29-461B-9BB4-5C89338D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99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BA850-2AA7-41BF-88D0-10DE07A8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A2D56-AAA7-4BC3-BA63-4343DAB92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F2040-143E-4A63-8BCB-4A6EBBA3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DB566-C66B-4EBA-9AEC-EFD92EBB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9779B3-D577-409E-9A3B-9636A11D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7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01A10-372B-4E9D-978A-D53532C0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054FA9-160D-46D2-B515-15446AF3B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E1836-FF5F-408E-AC2B-8A879D16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95FC4-5EE8-4170-8E08-4912F4DDA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D7A047-32AE-452F-9357-FD2C4DA4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76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411B3-D301-49B8-92B6-099397F8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7395E-1E91-45FE-8732-A7A1F3680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56EDA7-8B9F-49A7-9CE5-91F2BFF43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F12AEC-D403-41F9-B978-7F30350B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D58206-9280-4E2B-87D2-A0C3CD8D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456C3-7AFF-412F-B8E0-A52A64C8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80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DF2FE-3DD9-4968-B719-054EA17B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90E1E-0BBA-4B75-9B3E-E180209A4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32CD2B-6128-457B-A076-06422C215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5BB33C-4EBA-4679-9D6D-3206D70A9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C8640F-2F43-41D4-930C-D1510B8AD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D8BA7B-F627-4805-9185-38DCFEFA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0B9525-DB14-4ADA-981F-E06055F4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8C1BDD-E685-4C87-83EB-9375563F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0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D8E9-CE69-4A0F-942C-6009D8B5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D4CF43-C05F-4616-AE69-F772FEC8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F8EA40-2E5C-4306-9810-5CED4FF6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910108-F2A4-47F1-BA68-6598B6CC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60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433903-19FD-4133-96FF-42B1151F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180C1E-889E-40D7-ACB4-EC896402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9C2AE-749E-4FAB-9300-8188FE95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70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783CC-1154-4DD4-8A65-6C42B969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7B168-EBAE-4773-BB70-24AD3FEA4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A0B19F-B834-4EA8-9C41-0C0FDEDE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17E5F3-DCA1-4B96-AC47-19224968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EEFC7-194D-4A19-863E-6951B683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191722-8432-4176-B8D2-222625B9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25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77A7E-76B0-4318-8C49-CF56B11E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27ABBC-6B4A-426B-A664-7D470765E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6D5C8E-FD81-4C57-9F53-A6FDF33B7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14F90-BE27-4DB4-A230-F8FF62E2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73A949-020B-44FB-97A8-8BDD097C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6BBA50-1608-4755-9EB1-E4D90A0C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7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08E94-CB42-45A6-976C-04071723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F11509-B8C3-4DFF-9292-D23AFBB9C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ABDF9-206C-4451-9D5A-C7F0E198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F99768-BEE1-44DE-861E-B512FBD3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B2309-EC9A-4B28-95AF-045D4FAD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64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2A02B2-00FA-4E71-B96A-952D4975D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5C17EB-E4FB-4D6C-A278-23FB55B23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76A6B3-B77D-4815-AB4B-4EB07DB9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68CCE0-650E-4290-911E-477A5768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D1F401-DDAF-44B7-9154-4DA7424A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82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8DC051-945A-4152-BD28-C2F17A27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2F35BC-9E7D-4EA9-B35D-155CA8DB3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5B0644-CD43-42C1-81EB-9CF203559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7C65E-F437-461C-B07B-274ABA620599}" type="datetimeFigureOut">
              <a:rPr lang="ko-KR" altLang="en-US" smtClean="0"/>
              <a:t>2026-02-22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BA9B10-A6EB-4629-95FC-A98F500F0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5B25D-A9C4-4E15-A7E1-F8C8550FD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7B314-0C7B-4E57-9612-CD139F34D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14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AE8DC81-F3CA-4B9A-BE67-B0FEE7F336C4}"/>
              </a:ext>
            </a:extLst>
          </p:cNvPr>
          <p:cNvSpPr/>
          <p:nvPr/>
        </p:nvSpPr>
        <p:spPr>
          <a:xfrm>
            <a:off x="595618" y="785039"/>
            <a:ext cx="11039912" cy="5624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30F0A-EF53-49BB-8E4B-3D665DDF6AF6}"/>
              </a:ext>
            </a:extLst>
          </p:cNvPr>
          <p:cNvSpPr txBox="1"/>
          <p:nvPr/>
        </p:nvSpPr>
        <p:spPr>
          <a:xfrm>
            <a:off x="2213119" y="21458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페이지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CE2976-D62C-4C62-A054-3AE6E2D62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05" y="1143517"/>
            <a:ext cx="5944327" cy="492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1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AE8DC81-F3CA-4B9A-BE67-B0FEE7F336C4}"/>
              </a:ext>
            </a:extLst>
          </p:cNvPr>
          <p:cNvSpPr/>
          <p:nvPr/>
        </p:nvSpPr>
        <p:spPr>
          <a:xfrm>
            <a:off x="595618" y="785039"/>
            <a:ext cx="11039912" cy="5624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30F0A-EF53-49BB-8E4B-3D665DDF6AF6}"/>
              </a:ext>
            </a:extLst>
          </p:cNvPr>
          <p:cNvSpPr txBox="1"/>
          <p:nvPr/>
        </p:nvSpPr>
        <p:spPr>
          <a:xfrm>
            <a:off x="2213119" y="214588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관리자 메인 페이지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4253A-9984-4831-ACA0-31E85C8A83AD}"/>
              </a:ext>
            </a:extLst>
          </p:cNvPr>
          <p:cNvSpPr txBox="1"/>
          <p:nvPr/>
        </p:nvSpPr>
        <p:spPr>
          <a:xfrm>
            <a:off x="1149292" y="1350628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원정 일정 등록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6C1E0-439E-407A-BFA9-9167B764D252}"/>
              </a:ext>
            </a:extLst>
          </p:cNvPr>
          <p:cNvSpPr txBox="1"/>
          <p:nvPr/>
        </p:nvSpPr>
        <p:spPr>
          <a:xfrm>
            <a:off x="1149292" y="413577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출석률 현황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991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C442F1E1-176C-407E-8F4E-767DE754EFEC}"/>
              </a:ext>
            </a:extLst>
          </p:cNvPr>
          <p:cNvSpPr/>
          <p:nvPr/>
        </p:nvSpPr>
        <p:spPr>
          <a:xfrm>
            <a:off x="936037" y="5005064"/>
            <a:ext cx="1275595" cy="6962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E8DC81-F3CA-4B9A-BE67-B0FEE7F336C4}"/>
              </a:ext>
            </a:extLst>
          </p:cNvPr>
          <p:cNvSpPr/>
          <p:nvPr/>
        </p:nvSpPr>
        <p:spPr>
          <a:xfrm>
            <a:off x="595618" y="785039"/>
            <a:ext cx="11039912" cy="5624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DA569-771D-4FAD-9C04-43576EAFE61B}"/>
              </a:ext>
            </a:extLst>
          </p:cNvPr>
          <p:cNvSpPr txBox="1"/>
          <p:nvPr/>
        </p:nvSpPr>
        <p:spPr>
          <a:xfrm>
            <a:off x="916250" y="145613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오늘 훈련 일정은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5D240-F8C4-45EE-BEE7-EF928AA220CF}"/>
              </a:ext>
            </a:extLst>
          </p:cNvPr>
          <p:cNvSpPr txBox="1"/>
          <p:nvPr/>
        </p:nvSpPr>
        <p:spPr>
          <a:xfrm>
            <a:off x="3072221" y="14561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근지구력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3E505-738C-44B2-BC5B-D61EB213C9EB}"/>
              </a:ext>
            </a:extLst>
          </p:cNvPr>
          <p:cNvSpPr txBox="1"/>
          <p:nvPr/>
        </p:nvSpPr>
        <p:spPr>
          <a:xfrm>
            <a:off x="4255068" y="1456139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1BD44-D8EB-4CFE-86C1-75399AD8BF28}"/>
              </a:ext>
            </a:extLst>
          </p:cNvPr>
          <p:cNvSpPr txBox="1"/>
          <p:nvPr/>
        </p:nvSpPr>
        <p:spPr>
          <a:xfrm>
            <a:off x="916250" y="209705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오늘 운동 리스트</a:t>
            </a:r>
            <a:endParaRPr lang="en-US" altLang="ko-KR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0424430-4A17-4FA5-967F-D7EE9F722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130100"/>
              </p:ext>
            </p:extLst>
          </p:nvPr>
        </p:nvGraphicFramePr>
        <p:xfrm>
          <a:off x="1029890" y="2551816"/>
          <a:ext cx="3225178" cy="1885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589">
                  <a:extLst>
                    <a:ext uri="{9D8B030D-6E8A-4147-A177-3AD203B41FA5}">
                      <a16:colId xmlns:a16="http://schemas.microsoft.com/office/drawing/2014/main" val="1546769458"/>
                    </a:ext>
                  </a:extLst>
                </a:gridCol>
                <a:gridCol w="1612589">
                  <a:extLst>
                    <a:ext uri="{9D8B030D-6E8A-4147-A177-3AD203B41FA5}">
                      <a16:colId xmlns:a16="http://schemas.microsoft.com/office/drawing/2014/main" val="2520692180"/>
                    </a:ext>
                  </a:extLst>
                </a:gridCol>
              </a:tblGrid>
              <a:tr h="3771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성공 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255842"/>
                  </a:ext>
                </a:extLst>
              </a:tr>
              <a:tr h="3771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 set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635540"/>
                  </a:ext>
                </a:extLst>
              </a:tr>
              <a:tr h="3771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set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28041"/>
                  </a:ext>
                </a:extLst>
              </a:tr>
              <a:tr h="3771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 set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413384"/>
                  </a:ext>
                </a:extLst>
              </a:tr>
              <a:tr h="3771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 set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44990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BB8AB60-96FF-4082-ADEE-2282D68B25B2}"/>
              </a:ext>
            </a:extLst>
          </p:cNvPr>
          <p:cNvSpPr txBox="1"/>
          <p:nvPr/>
        </p:nvSpPr>
        <p:spPr>
          <a:xfrm>
            <a:off x="1115736" y="95634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다음 원정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91ED93-AF89-47A2-8C6F-ED762E204EB9}"/>
              </a:ext>
            </a:extLst>
          </p:cNvPr>
          <p:cNvSpPr txBox="1"/>
          <p:nvPr/>
        </p:nvSpPr>
        <p:spPr>
          <a:xfrm>
            <a:off x="2270322" y="93592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2/28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80BB9E-3899-435F-9DDB-4D2C79BD734E}"/>
              </a:ext>
            </a:extLst>
          </p:cNvPr>
          <p:cNvSpPr txBox="1"/>
          <p:nvPr/>
        </p:nvSpPr>
        <p:spPr>
          <a:xfrm>
            <a:off x="2841425" y="944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레드원첨단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30F0A-EF53-49BB-8E4B-3D665DDF6AF6}"/>
              </a:ext>
            </a:extLst>
          </p:cNvPr>
          <p:cNvSpPr txBox="1"/>
          <p:nvPr/>
        </p:nvSpPr>
        <p:spPr>
          <a:xfrm>
            <a:off x="2213119" y="21458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메인 페이지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F4C9-5E0A-47AB-8B5E-C8249CD76426}"/>
              </a:ext>
            </a:extLst>
          </p:cNvPr>
          <p:cNvSpPr txBox="1"/>
          <p:nvPr/>
        </p:nvSpPr>
        <p:spPr>
          <a:xfrm>
            <a:off x="1029890" y="51424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제출버튼</a:t>
            </a:r>
          </a:p>
        </p:txBody>
      </p:sp>
    </p:spTree>
    <p:extLst>
      <p:ext uri="{BB962C8B-B14F-4D97-AF65-F5344CB8AC3E}">
        <p14:creationId xmlns:p14="http://schemas.microsoft.com/office/powerpoint/2010/main" val="199091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AE8DC81-F3CA-4B9A-BE67-B0FEE7F336C4}"/>
              </a:ext>
            </a:extLst>
          </p:cNvPr>
          <p:cNvSpPr/>
          <p:nvPr/>
        </p:nvSpPr>
        <p:spPr>
          <a:xfrm>
            <a:off x="595618" y="785039"/>
            <a:ext cx="11039912" cy="5624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30F0A-EF53-49BB-8E4B-3D665DDF6AF6}"/>
              </a:ext>
            </a:extLst>
          </p:cNvPr>
          <p:cNvSpPr txBox="1"/>
          <p:nvPr/>
        </p:nvSpPr>
        <p:spPr>
          <a:xfrm>
            <a:off x="2213119" y="21458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일정 달력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E83CD3-4B5F-4522-88DE-B37209AF62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4" b="28073"/>
          <a:stretch/>
        </p:blipFill>
        <p:spPr>
          <a:xfrm>
            <a:off x="914400" y="912518"/>
            <a:ext cx="3741490" cy="530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9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</Words>
  <Application>Microsoft Office PowerPoint</Application>
  <PresentationFormat>와이드스크린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조영민</dc:creator>
  <cp:lastModifiedBy>조영민</cp:lastModifiedBy>
  <cp:revision>4</cp:revision>
  <dcterms:created xsi:type="dcterms:W3CDTF">2026-02-22T09:20:38Z</dcterms:created>
  <dcterms:modified xsi:type="dcterms:W3CDTF">2026-02-22T09:48:08Z</dcterms:modified>
</cp:coreProperties>
</file>